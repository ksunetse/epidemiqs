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3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68" d="100"/>
          <a:sy n="68" d="100"/>
        </p:scale>
        <p:origin x="1520" y="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74121"/>
            <a:ext cx="91440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00679"/>
            <a:ext cx="91440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2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7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69913"/>
            <a:ext cx="1051560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29821"/>
            <a:ext cx="1051560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82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5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08542"/>
            <a:ext cx="518160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08542"/>
            <a:ext cx="518160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6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1709"/>
            <a:ext cx="1051560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60388"/>
            <a:ext cx="51577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835025"/>
            <a:ext cx="5157787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560388"/>
            <a:ext cx="5183188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835025"/>
            <a:ext cx="5183188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6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9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4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52400"/>
            <a:ext cx="3932237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29142"/>
            <a:ext cx="617220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85800"/>
            <a:ext cx="3932237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6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52400"/>
            <a:ext cx="3932237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29142"/>
            <a:ext cx="617220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85800"/>
            <a:ext cx="3932237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7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1708"/>
            <a:ext cx="262890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1708"/>
            <a:ext cx="773430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1709"/>
            <a:ext cx="1051560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08542"/>
            <a:ext cx="1051560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118784"/>
            <a:ext cx="274320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5234C-70DC-BF48-BD22-F2E2EE149CC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118784"/>
            <a:ext cx="411480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118784"/>
            <a:ext cx="274320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023B2-E898-5A42-BF75-F09788C9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3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F7E6-D071-6B77-E6C6-62EADE93E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943" y="0"/>
            <a:ext cx="10276114" cy="2387600"/>
          </a:xfrm>
        </p:spPr>
        <p:txBody>
          <a:bodyPr>
            <a:normAutofit fontScale="90000"/>
          </a:bodyPr>
          <a:lstStyle/>
          <a:p>
            <a:r>
              <a:rPr lang="en-US" sz="19300" dirty="0" err="1">
                <a:solidFill>
                  <a:schemeClr val="accent1">
                    <a:lumMod val="75000"/>
                  </a:schemeClr>
                </a:solidFill>
              </a:rPr>
              <a:t>Epidem</a:t>
            </a:r>
            <a:r>
              <a:rPr lang="en-US" sz="19300" dirty="0" err="1">
                <a:solidFill>
                  <a:srgbClr val="D03900"/>
                </a:solidFill>
              </a:rPr>
              <a:t>IQ</a:t>
            </a:r>
            <a:r>
              <a:rPr lang="en-US" sz="19300" dirty="0" err="1">
                <a:solidFill>
                  <a:schemeClr val="accent1">
                    <a:lumMod val="75000"/>
                  </a:schemeClr>
                </a:solidFill>
              </a:rPr>
              <a:t>s</a:t>
            </a:r>
            <a:endParaRPr lang="en-US" sz="193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20" descr="Ai - Free technology icons">
            <a:extLst>
              <a:ext uri="{FF2B5EF4-FFF2-40B4-BE49-F238E27FC236}">
                <a16:creationId xmlns:a16="http://schemas.microsoft.com/office/drawing/2014/main" id="{3930B7F8-76EA-27E3-D183-44B8192FB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511" y="487010"/>
            <a:ext cx="907446" cy="102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818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EpidemIQs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Hossein Samaei</dc:creator>
  <cp:lastModifiedBy>Hossein Samaei</cp:lastModifiedBy>
  <cp:revision>1</cp:revision>
  <dcterms:created xsi:type="dcterms:W3CDTF">2025-11-05T11:44:30Z</dcterms:created>
  <dcterms:modified xsi:type="dcterms:W3CDTF">2025-11-05T15:01:55Z</dcterms:modified>
</cp:coreProperties>
</file>